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forms.gle/mBq7GdZiLTy8Ydhf9" TargetMode="External" /><Relationship Id="rId3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Group Recommender with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Developed: by class of DATA322 Presented: by Team Machines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Hello World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Collection - Fill Out This Form!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Tidy Data Collected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Distance Definition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distance between students work?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Clustering: Linkage Choice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Clustering: Code and Dendrogram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Recommendations and Student Assignment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Evaluation Form (from Presenting Team)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Link: </a:t>
            </a:r>
            <a:r>
              <a:rPr>
                <a:hlinkClick r:id="rId2"/>
              </a:rPr>
              <a:t>https://forms.gle/mBq7GdZiLTy8Ydhf9</a:t>
            </a:r>
          </a:p>
        </p:txBody>
      </p:sp>
      <p:pic>
        <p:nvPicPr>
          <p:cNvPr descr="presentation_files/figure-pptx/cell-3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Credits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Presented by Team Machines:</a:t>
            </a:r>
          </a:p>
          <a:p>
            <a:pPr lvl="1"/>
            <a:r>
              <a:rPr/>
              <a:t>Anthony Wolfe - Job Title</a:t>
            </a:r>
          </a:p>
          <a:p>
            <a:pPr lvl="1"/>
            <a:r>
              <a:rPr/>
              <a:t>Dean Callahan - Job Title</a:t>
            </a:r>
          </a:p>
          <a:p>
            <a:pPr lvl="1"/>
            <a:r>
              <a:rPr/>
              <a:t>Jonathan Juarez - Job Title</a:t>
            </a:r>
          </a:p>
          <a:p>
            <a:pPr lvl="1"/>
            <a:r>
              <a:rPr/>
              <a:t>Devon Walker - Job Title</a:t>
            </a:r>
          </a:p>
          <a:p>
            <a:pPr lvl="0"/>
            <a:r>
              <a:rPr/>
              <a:t>Data and Question Design By: Team SARA</a:t>
            </a:r>
          </a:p>
          <a:p>
            <a:pPr lvl="0"/>
            <a:r>
              <a:rPr/>
              <a:t>Distance and Clustering By: Team Errors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Group Recommender with Machine Learning</dc:title>
  <dc:creator/>
  <cp:keywords/>
  <dcterms:created xsi:type="dcterms:W3CDTF">2026-02-16T20:59:10Z</dcterms:created>
  <dcterms:modified xsi:type="dcterms:W3CDTF">2026-02-16T20:59:10Z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jupyter">
    <vt:lpwstr>python3</vt:lpwstr>
  </property>
  <property fmtid="{D5CDD505-2E9C-101B-9397-08002B2CF9AE}" pid="7" name="labels">
    <vt:lpwstr/>
  </property>
  <property fmtid="{D5CDD505-2E9C-101B-9397-08002B2CF9AE}" pid="8" name="subtitle">
    <vt:lpwstr>Developed: by class of DATA322 Presented: by Team Machines</vt:lpwstr>
  </property>
  <property fmtid="{D5CDD505-2E9C-101B-9397-08002B2CF9AE}" pid="9" name="toc-title">
    <vt:lpwstr>Table of contents</vt:lpwstr>
  </property>
</Properties>
</file>