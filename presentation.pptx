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ms.gle/mBq7GdZiLTy8Ydhf9"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a:buNone /></a:pPr><a:r><a:rPr><a:latin typeface="Courier" /></a:rPr><a:t>ModuleNotFoundError: No module named &#39;qrcode&#39;
[31m---------------------------------------------------------------------------[39m
[31mModuleNotFoundError[39m                       Traceback (most recent call last)
[36mCell[39m[36m [39m[32mIn[1][39m[32m, line 1[39m
[32m----&gt; [39m[32m1[39m [38;5;28;01mimport[39;00m[38;5;250m [39m[34;01mqrcode[39;00m
[32m      2[39m [38;5;28;01mimport[39;00m[38;5;250m [39m[34;01mmatplotlib[39;00m[34;01m.[39;00m[34;01mpyplot[39;00m[38;5;250m [39m[38;5;28;01mas[39;00m[38;5;250m [39m[34;01mplt[39;00m

[31mModuleNotFoundError[39m: No module named &#39;qrcode&#39;</a:t></a:r></a:p></p:txBody></p:sp></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Data Collection - Fill Out This Form!</a:t></a:r></a:p></p:txBody></p:sp><p:sp><p:nvSpPr><p:cNvPr id="3" name="Content Placeholder 2" /><p:cNvSpPr><a:spLocks noGrp="1" /></p:cNvSpPr><p:nvPr><p:ph idx="1" /></p:nvPr></p:nvSpPr><p:spPr /><p:txBody><a:bodyPr /><a:lstStyle /><a:p><a:pPr lvl="0" indent="0" marL="0"><a:buNone /></a:pPr><a:r><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a:r></a:p><a:p><a:pPr lvl="0" indent="0"><a:buNone /></a:pPr><a:r><a:rPr><a:latin typeface="Courier" /></a:rPr><a:t>NameError: name &#39;qrcode&#39; is not defined
[31m---------------------------------------------------------------------------[39m
[31mNameError[39m                                 Traceback (most recent call last)
[36mCell[39m[36m [39m[32mIn[2][39m[32m, line 4[39m
[32m      1[39m url=[33m&quot;[39m[33mhttps://docs.google.com/forms/d/e/1FAIpQLSdO8crqtnLQZqj-13miPjY7mofl3iHILaMsBXpKWxbkXv0R2w/viewform[39m[33m&quot;[39m
[32m      2[39m [38;5;66;03m# Create QR code[39;00m
[32m----&gt; [39m[32m4[39m qr=[43mqrcode[49m.QRCode(version=[38;5;28;01mNone[39;00m, box_size=[32m8[39m, border=[32m4[39m)
[32m      5[39m qr.add_data(url)
[32m      6[39m qr.make(fit=[38;5;28;01mTrue[39;00m)

[31mNameError[39m: name &#39;qrcode&#39; is not defined</a:t></a:r></a:p></p:txBody></p:sp></p:spTree></p:cSld></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fontsize: 25 We calculate similarity between students based on:</a:t>
            </a:r>
          </a:p>
          <a:p>
            <a:pPr lvl="0" indent="0" marL="0">
              <a:buNone/>
            </a:pPr>
            <a:r>
              <a:rPr b="1"/>
              <a:t>(Numeric variables)</a:t>
            </a:r>
            <a:r>
              <a:rPr/>
              <a:t> (i.e., studty hours per week, quiz/exam scores) * Measured by normalized numerical difference.</a:t>
            </a:r>
          </a:p>
          <a:p>
            <a:pPr lvl="0" indent="0" marL="0">
              <a:buNone/>
            </a:pPr>
            <a:r>
              <a:rPr b="1"/>
              <a:t>(Categorical variables)</a:t>
            </a:r>
            <a:r>
              <a:rPr/>
              <a:t> (i.e, major, preffered study style, availability, learning preference). * Measured by 0 if they match, 1 if they differ. Each variable contributes equally or weighted if needed to an overall similarity score.</a:t>
            </a:r>
          </a:p>
          <a:p>
            <a:pPr lvl="0" indent="0" marL="0">
              <a:buNone/>
            </a:pPr>
            <a:r>
              <a:rPr b="1"/>
              <a:t>(Final Distance Score)</a:t>
            </a:r>
            <a:r>
              <a:rPr/>
              <a:t> Distance ranges from 0 to 1. * 0 = Very similar students * 1 = Very different students</a:t>
            </a:r>
          </a:p>
          <a:p>
            <a:pPr lvl="0" indent="0" marL="0">
              <a:buNone/>
            </a:pPr>
            <a:r>
              <a:rPr/>
              <a:t>Students with </a:t>
            </a:r>
            <a:r>
              <a:rPr b="1"/>
              <a:t>(smaller distances)</a:t>
            </a:r>
            <a:r>
              <a:rPr/>
              <a:t> are grouped together in the recommender system to create balanced, compatible study groups.</a:t>
            </a:r>
          </a:p>
          <a:p>
            <a:pPr lvl="0" indent="0" marL="0">
              <a:buNone/>
            </a:pPr>
            <a:r>
              <a:rPr/>
              <a:t>fontsize: 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Look at the Code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Evaluation Form (from Presenting Team)</a:t></a:r></a:p></p:txBody></p:sp><p:sp><p:nvSpPr><p:cNvPr id="3" name="Content Placeholder 2" /><p:cNvSpPr><a:spLocks noGrp="1" /></p:cNvSpPr><p:nvPr><p:ph idx="1" /></p:nvPr></p:nvSpPr><p:spPr /><p:txBody><a:bodyPr /><a:lstStyle /><a:p><a:pPr lvl="0" /><a:r><a:rPr /><a:t>Link: </a:t></a:r><a:r><a:rPr><a:hlinkClick r:id="rId2" /></a:rPr><a:t>https://forms.gle/mBq7GdZiLTy8Ydhf9</a:t></a:r></a:p><a:p><a:pPr lvl="0" indent="0"><a:buNone /></a:pPr><a:r><a:rPr><a:latin typeface="Courier" /></a:rPr><a:t>NameError: name &#39;qrcode&#39; is not defined
[31m---------------------------------------------------------------------------[39m
[31mNameError[39m                                 Traceback (most recent call last)
[36mCell[39m[36m [39m[32mIn[3][39m[32m, line 4[39m
[32m      1[39m url=[33m&quot;[39m[33mhttps://forms.gle/mBq7GdZiLTy8Ydhf9[39m[33m&quot;[39m
[32m      2[39m [38;5;66;03m# Create QR code[39;00m
[32m----&gt; [39m[32m4[39m qr=[43mqrcode[49m.QRCode(version=[38;5;28;01mNone[39;00m, box_size=[32m10[39m, border=[32m4[39m)
[32m      5[39m qr.add_data(url)
[32m      6[39m qr.make(fit=[38;5;28;01mTrue[39;00m)

[31mNameError[39m: name &#39;qrcode&#39; is not defined</a:t></a:r></a:p></p:txBody></p:sp></p:spTree></p:cSld></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2026-02-18T00:35:44Z</dcterms:created>
  <dcterms:modified xsi:type="dcterms:W3CDTF">2026-02-18T00:35:44Z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