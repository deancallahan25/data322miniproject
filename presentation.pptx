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forms.gle/mBq7GdZiLTy8Ydhf9" TargetMode="External" /><Relationship Id="rId3"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Collection - Fill Out This Form!</a:t>
            </a:r>
          </a:p>
        </p:txBody>
      </p:sp>
      <p:sp>
        <p:nvSpPr>
          <p:cNvPr id="4" name="Text Placeholder 3"/>
          <p:cNvSpPr>
            <a:spLocks noGrp="1"/>
          </p:cNvSpPr>
          <p:nvPr>
            <p:ph idx="2" sz="half" type="body"/>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Definition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distance between students work?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Linkage Choice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Code and Dendrogram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Evaluation Form (from Presenting Team)</a:t>
            </a:r>
          </a:p>
        </p:txBody>
      </p:sp>
      <p:sp>
        <p:nvSpPr>
          <p:cNvPr id="4" name="Text Placeholder 3"/>
          <p:cNvSpPr>
            <a:spLocks noGrp="1"/>
          </p:cNvSpPr>
          <p:nvPr>
            <p:ph idx="2" sz="half" type="body"/>
          </p:nvPr>
        </p:nvSpPr>
        <p:spPr/>
        <p:txBody>
          <a:bodyPr/>
          <a:lstStyle/>
          <a:p>
            <a:pPr lvl="0"/>
            <a:r>
              <a:rPr/>
              <a:t>Link: </a:t>
            </a:r>
            <a:r>
              <a:rPr>
                <a:hlinkClick r:id="rId2"/>
              </a:rPr>
              <a:t>https://forms.gle/mBq7GdZiLTy8Ydhf9</a:t>
            </a:r>
          </a:p>
        </p:txBody>
      </p:sp>
      <p:pic>
        <p:nvPicPr>
          <p:cNvPr descr="presentation_files/figure-pptx/cell-4-output-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Job Title</a:t>
            </a:r>
          </a:p>
          <a:p>
            <a:pPr lvl="1"/>
            <a:r>
              <a:rPr/>
              <a:t>Dean Callahan - Job Title</a:t>
            </a:r>
          </a:p>
          <a:p>
            <a:pPr lvl="1"/>
            <a:r>
              <a:rPr/>
              <a:t>Jonathan Juarez - Job Title</a:t>
            </a:r>
          </a:p>
          <a:p>
            <a:pPr lvl="1"/>
            <a:r>
              <a:rPr/>
              <a:t>Devon Walker - Job Title</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2026-02-17T19:24:38Z</dcterms:created>
  <dcterms:modified xsi:type="dcterms:W3CDTF">2026-02-17T19:24:38Z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