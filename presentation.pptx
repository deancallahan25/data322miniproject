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forms.gle/mBq7GdZiLTy8Ydhf9" TargetMode="External" /><Relationship Id="rId3"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Collection - Fill Out This Form!</a:t>
            </a:r>
          </a:p>
        </p:txBody>
      </p:sp>
      <p:sp>
        <p:nvSpPr>
          <p:cNvPr id="4" name="Text Placeholder 3"/>
          <p:cNvSpPr>
            <a:spLocks noGrp="1"/>
          </p:cNvSpPr>
          <p:nvPr>
            <p:ph idx="2" sz="half" type="body"/>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indent="0" marL="0">
              <a:buNone/>
            </a:pPr>
            <a:r>
              <a:rPr b="1"/>
              <a:t>(Numeric variables)</a:t>
            </a:r>
            <a:r>
              <a:rPr/>
              <a:t> (i.e., study hours per week, quiz/exam scores)</a:t>
            </a:r>
          </a:p>
          <a:p>
            <a:pPr lvl="0"/>
            <a:r>
              <a:rPr/>
              <a:t>Measured by normalized numerical difference.</a:t>
            </a:r>
          </a:p>
          <a:p>
            <a:pPr lvl="0" indent="0" marL="0">
              <a:buNone/>
            </a:pPr>
            <a:r>
              <a:rPr b="1"/>
              <a:t>(Categorical variables)</a:t>
            </a:r>
            <a:r>
              <a:rPr/>
              <a:t> (i.e, major, preferred study style, availability, learning preference).</a:t>
            </a:r>
          </a:p>
          <a:p>
            <a:pPr lvl="0"/>
            <a:r>
              <a:rPr/>
              <a:t>Measured by 0 if they match, 1 if they differ. Each variable contributes equally or weighted if needed to an overall similarity score.</a:t>
            </a:r>
          </a:p>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Let’s Look at the Code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Evaluation Form (from Presenting Team)</a:t>
            </a:r>
          </a:p>
        </p:txBody>
      </p:sp>
      <p:sp>
        <p:nvSpPr>
          <p:cNvPr id="4" name="Text Placeholder 3"/>
          <p:cNvSpPr>
            <a:spLocks noGrp="1"/>
          </p:cNvSpPr>
          <p:nvPr>
            <p:ph idx="2" sz="half" type="body"/>
          </p:nvPr>
        </p:nvSpPr>
        <p:spPr/>
        <p:txBody>
          <a:bodyPr/>
          <a:lstStyle/>
          <a:p>
            <a:pPr lvl="0"/>
            <a:r>
              <a:rPr/>
              <a:t>Link: </a:t>
            </a:r>
            <a:r>
              <a:rPr>
                <a:hlinkClick r:id="rId2"/>
              </a:rPr>
              <a:t>https://forms.gle/mBq7GdZiLTy8Ydhf9</a:t>
            </a:r>
          </a:p>
        </p:txBody>
      </p:sp>
      <p:pic>
        <p:nvPicPr>
          <p:cNvPr descr="presentation_files/figure-pptx/cell-4-output-1.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Feedback from the Evaluation Form</a:t>
            </a:r>
          </a:p>
        </p:txBody>
      </p:sp>
      <p:sp>
        <p:nvSpPr>
          <p:cNvPr id="3" name="Content Placeholder 2"/>
          <p:cNvSpPr>
            <a:spLocks noGrp="1"/>
          </p:cNvSpPr>
          <p:nvPr>
            <p:ph idx="1"/>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2026-02-24T20:31:02Z</dcterms:created>
  <dcterms:modified xsi:type="dcterms:W3CDTF">2026-02-24T20:31:02Z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