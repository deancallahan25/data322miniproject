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ms.gle/mBq7GdZiLTy8Ydhf9"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Study Group Recommender with Machine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Developed: by class of DATA322 Presented: by Team Machines</a:t>
            </a:r>
            <a:br/>
            <a:b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a:buNone /></a:pPr><a:r><a:rPr><a:latin typeface="Courier" /></a:rPr><a:t>ModuleNotFoundError: No module named &#39;qrcode&#39;
[31m---------------------------------------------------------------------------[39m
[31mModuleNotFoundError[39m                       Traceback (most recent call last)
[36mCell[39m[36m [39m[32mIn[1][39m[32m, line 1[39m
[32m----&gt; [39m[32m1[39m [38;5;28;01mimport[39;00m[38;5;250m [39m[34;01mqrcode[39;00m
[32m      2[39m [38;5;28;01mimport[39;00m[38;5;250m [39m[34;01mmatplotlib[39;00m[34;01m.[39;00m[34;01mpyplot[39;00m[38;5;250m [39m[38;5;28;01mas[39;00m[38;5;250m [39m[34;01mplt[39;00m

[31mModuleNotFoundError[39m: No module named &#39;qrcode&#39;</a:t></a:r></a:p></p:txBody></p:sp></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Overview</a:t>
            </a:r>
          </a:p>
        </p:txBody>
      </p:sp>
      <p:sp>
        <p:nvSpPr>
          <p:cNvPr id="3" name="Content Placeholder 2"/>
          <p:cNvSpPr>
            <a:spLocks noGrp="1"/>
          </p:cNvSpPr>
          <p:nvPr>
            <p:ph idx="1"/>
          </p:nvPr>
        </p:nvSpPr>
        <p:spPr/>
        <p:txBody>
          <a:bodyPr/>
          <a:lstStyle/>
          <a:p>
            <a:pPr lvl="0" indent="0" marL="0">
              <a:buNone/>
            </a:pPr>
            <a:r>
              <a:rPr/>
              <a:t>Many students struggle with understanding course material, staying accountable, and performing well on exams. While study groups can feel intimidating, research shows they significantly improve comprehension, retention, and exam scores. Now the big question is: How do we create effective study groups that maximize learning, accountability, and confidence while minimizing the fear of participation?</a:t>
            </a:r>
          </a:p>
        </p:txBody>
      </p:sp>
    </p:spTree>
  </p:cSld>
</p:sld>
</file>

<file path=ppt/slides/slide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Data Collection - Fill Out This Form!</a:t></a:r></a:p></p:txBody></p:sp><p:sp><p:nvSpPr><p:cNvPr id="3" name="Content Placeholder 2" /><p:cNvSpPr><a:spLocks noGrp="1" /></p:cNvSpPr><p:nvPr><p:ph idx="1" /></p:nvPr></p:nvSpPr><p:spPr /><p:txBody><a:bodyPr /><a:lstStyle /><a:p><a:pPr lvl="0" indent="0" marL="0"><a:buNone /></a:pPr><a:r><a:rPr /><a:t>First, please fill out our short survey, which we’ll use to recommend everyone’s study groups! While you are all filling that out, we’ll begin talking about the methods used in our hierarchical clustering algorithm. You are all your own cluster to start, but will begin merging together one by one based on similarity and differences in responses!</a:t></a:r></a:p><a:p><a:pPr lvl="0" indent="0"><a:buNone /></a:pPr><a:r><a:rPr><a:latin typeface="Courier" /></a:rPr><a:t>NameError: name &#39;qrcode&#39; is not defined
[31m---------------------------------------------------------------------------[39m
[31mNameError[39m                                 Traceback (most recent call last)
[36mCell[39m[36m [39m[32mIn[2][39m[32m, line 4[39m
[32m      1[39m url=[33m&quot;[39m[33mhttps://docs.google.com/forms/d/e/1FAIpQLSdO8crqtnLQZqj-13miPjY7mofl3iHILaMsBXpKWxbkXv0R2w/viewform[39m[33m&quot;[39m
[32m      2[39m [38;5;66;03m# Create QR code[39;00m
[32m----&gt; [39m[32m4[39m qr=[43mqrcode[49m.QRCode(version=[38;5;28;01mNone[39;00m, box_size=[32m8[39m, border=[32m4[39m)
[32m      5[39m qr.add_data(url)
[32m      6[39m qr.make(fit=[38;5;28;01mTrue[39;00m)

[31mNameError[39m: name &#39;qrcode&#39; is not defined</a:t></a:r></a:p></p:txBody></p:sp></p:spTree></p:cSld></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Gower’s for Distances Between Clusters</a:t>
            </a:r>
          </a:p>
        </p:txBody>
      </p:sp>
      <p:pic>
        <p:nvPicPr>
          <p:cNvPr descr="gowers_method.png" id="0" name="Picture 1"/>
          <p:cNvPicPr>
            <a:picLocks noGrp="1" noChangeAspect="1"/>
          </p:cNvPicPr>
          <p:nvPr/>
        </p:nvPicPr>
        <p:blipFill>
          <a:blip r:embed="rId2"/>
          <a:stretch>
            <a:fillRect/>
          </a:stretch>
        </p:blipFill>
        <p:spPr bwMode="auto">
          <a:xfrm>
            <a:off x="2425700" y="1193800"/>
            <a:ext cx="430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Gower’s Method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our distance work between students?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Complete Linkage for Merging Clusters</a:t>
            </a:r>
          </a:p>
        </p:txBody>
      </p:sp>
      <p:sp>
        <p:nvSpPr>
          <p:cNvPr id="3" name="Content Placeholder 2"/>
          <p:cNvSpPr>
            <a:spLocks noGrp="1"/>
          </p:cNvSpPr>
          <p:nvPr>
            <p:ph idx="1" sz="half"/>
          </p:nvPr>
        </p:nvSpPr>
        <p:spPr/>
        <p:txBody>
          <a:bodyPr/>
          <a:lstStyle/>
          <a:p>
            <a:pPr lvl="0" indent="0" marL="0">
              <a:buNone/>
            </a:pPr>
            <a:r>
              <a:rPr/>
              <a:t>Complete linkage describes the metric we use to decide the merging of clusters. In particular, we merge the minimum distance created by the farthest points within two clusters, which is found by comparing the distances from every pair of points between the clusters.</a:t>
            </a:r>
          </a:p>
        </p:txBody>
      </p:sp>
      <p:pic>
        <p:nvPicPr>
          <p:cNvPr descr="complete_linkage.png" id="0" name="Picture 1"/>
          <p:cNvPicPr>
            <a:picLocks noGrp="1" noChangeAspect="1"/>
          </p:cNvPicPr>
          <p:nvPr/>
        </p:nvPicPr>
        <p:blipFill>
          <a:blip r:embed="rId2"/>
          <a:stretch>
            <a:fillRect/>
          </a:stretch>
        </p:blipFill>
        <p:spPr bwMode="auto">
          <a:xfrm>
            <a:off x="4648200" y="1638300"/>
            <a:ext cx="4038600" cy="1981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Visualization of Complete Linkage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Collected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Look at the Code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Results Visualized as a Dendrogram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Recommendations and Student Assignment</a:t>
            </a:r>
          </a:p>
        </p:txBody>
      </p:sp>
    </p:spTree>
  </p:cSld>
</p:sld>
</file>

<file path=ppt/slides/slide1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Evaluation Form (from Presenting Team)</a:t></a:r></a:p></p:txBody></p:sp><p:sp><p:nvSpPr><p:cNvPr id="3" name="Content Placeholder 2" /><p:cNvSpPr><a:spLocks noGrp="1" /></p:cNvSpPr><p:nvPr><p:ph idx="1" /></p:nvPr></p:nvSpPr><p:spPr /><p:txBody><a:bodyPr /><a:lstStyle /><a:p><a:pPr lvl="0" /><a:r><a:rPr /><a:t>Link: </a:t></a:r><a:r><a:rPr><a:hlinkClick r:id="rId2" /></a:rPr><a:t>https://forms.gle/mBq7GdZiLTy8Ydhf9</a:t></a:r></a:p><a:p><a:pPr lvl="0" indent="0"><a:buNone /></a:pPr><a:r><a:rPr><a:latin typeface="Courier" /></a:rPr><a:t>NameError: name &#39;qrcode&#39; is not defined
[31m---------------------------------------------------------------------------[39m
[31mNameError[39m                                 Traceback (most recent call last)
[36mCell[39m[36m [39m[32mIn[3][39m[32m, line 4[39m
[32m      1[39m url=[33m&quot;[39m[33mhttps://forms.gle/mBq7GdZiLTy8Ydhf9[39m[33m&quot;[39m
[32m      2[39m [38;5;66;03m# Create QR code[39;00m
[32m----&gt; [39m[32m4[39m qr=[43mqrcode[49m.QRCode(version=[38;5;28;01mNone[39;00m, box_size=[32m10[39m, border=[32m4[39m)
[32m      5[39m qr.add_data(url)
[32m      6[39m qr.make(fit=[38;5;28;01mTrue[39;00m)

[31mNameError[39m: name &#39;qrcode&#39; is not defined</a:t></a:r></a:p></p:txBody></p:sp></p:spTree></p:cSld></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Feedback from the Evaluation Form</a:t>
            </a:r>
          </a:p>
        </p:txBody>
      </p:sp>
      <p:sp>
        <p:nvSpPr>
          <p:cNvPr id="3" name="Content Placeholder 2"/>
          <p:cNvSpPr>
            <a:spLocks noGrp="1"/>
          </p:cNvSpPr>
          <p:nvPr>
            <p:ph idx="1"/>
          </p:nvPr>
        </p:nvSpPr>
        <p:spPr/>
        <p:txBody>
          <a:bodyPr/>
          <a:lstStyle/>
          <a:p>
            <a:pPr lvl="0" indent="0" marL="0">
              <a:buNone/>
            </a:pPr>
            <a:r>
              <a:rPr/>
              <a:t>Feedback from the evaluation form will be anonymous, however the results will help us all improve future iterations of our model generalized to all students. ** Ask Rosanna if she wants to share the results to them later on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Credits</a:t>
            </a:r>
          </a:p>
        </p:txBody>
      </p:sp>
      <p:sp>
        <p:nvSpPr>
          <p:cNvPr id="3" name="Content Placeholder 2"/>
          <p:cNvSpPr>
            <a:spLocks noGrp="1"/>
          </p:cNvSpPr>
          <p:nvPr>
            <p:ph idx="1"/>
          </p:nvPr>
        </p:nvSpPr>
        <p:spPr/>
        <p:txBody>
          <a:bodyPr/>
          <a:lstStyle/>
          <a:p>
            <a:pPr lvl="0"/>
            <a:r>
              <a:rPr/>
              <a:t>Presented by Team Machines:</a:t>
            </a:r>
          </a:p>
          <a:p>
            <a:pPr lvl="1"/>
            <a:r>
              <a:rPr/>
              <a:t>Anthony Wolfe - Project Coordinator</a:t>
            </a:r>
          </a:p>
          <a:p>
            <a:pPr lvl="1"/>
            <a:r>
              <a:rPr/>
              <a:t>Dean Callahan - Technical Lead</a:t>
            </a:r>
          </a:p>
          <a:p>
            <a:pPr lvl="1"/>
            <a:r>
              <a:rPr/>
              <a:t>Jonathan Juarez - Data Scientist</a:t>
            </a:r>
          </a:p>
          <a:p>
            <a:pPr lvl="1"/>
            <a:r>
              <a:rPr/>
              <a:t>Devon Walker - Data Scientist</a:t>
            </a:r>
          </a:p>
          <a:p>
            <a:pPr lvl="0"/>
            <a:r>
              <a:rPr/>
              <a:t>Data and Question Design By: Team SARA</a:t>
            </a:r>
          </a:p>
          <a:p>
            <a:pPr lvl="0"/>
            <a:r>
              <a:rPr/>
              <a:t>Distance and Clustering By: Team Errors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 Group Recommender with Machine Learning</dc:title>
  <dc:creator/>
  <cp:keywords/>
  <dcterms:created xsi:type="dcterms:W3CDTF">2026-02-18T00:30:44Z</dcterms:created>
  <dcterms:modified xsi:type="dcterms:W3CDTF">2026-02-18T00:30:44Z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jupyter">
    <vt:lpwstr>python3</vt:lpwstr>
  </property>
  <property fmtid="{D5CDD505-2E9C-101B-9397-08002B2CF9AE}" pid="8" name="labels">
    <vt:lpwstr/>
  </property>
  <property fmtid="{D5CDD505-2E9C-101B-9397-08002B2CF9AE}" pid="9" name="subtitle">
    <vt:lpwstr>Developed: by class of DATA322 Presented: by Team Machines</vt:lpwstr>
  </property>
  <property fmtid="{D5CDD505-2E9C-101B-9397-08002B2CF9AE}" pid="10" name="toc-title">
    <vt:lpwstr>Table of contents</vt:lpwstr>
  </property>
</Properties>
</file>