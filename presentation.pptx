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Group Recommender with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Developed: by class of Presented: by Team Machines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Hello World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Group Recommender with Machine Learning</dc:title>
  <dc:creator/>
  <cp:keywords/>
  <dcterms:created xsi:type="dcterms:W3CDTF">2026-02-16T19:45:47Z</dcterms:created>
  <dcterms:modified xsi:type="dcterms:W3CDTF">2026-02-16T19:45:47Z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jupyter">
    <vt:lpwstr>python3</vt:lpwstr>
  </property>
  <property fmtid="{D5CDD505-2E9C-101B-9397-08002B2CF9AE}" pid="7" name="labels">
    <vt:lpwstr/>
  </property>
  <property fmtid="{D5CDD505-2E9C-101B-9397-08002B2CF9AE}" pid="8" name="subtitle">
    <vt:lpwstr>Developed: by class of Presented: by Team Machines</vt:lpwstr>
  </property>
  <property fmtid="{D5CDD505-2E9C-101B-9397-08002B2CF9AE}" pid="9" name="toc-title">
    <vt:lpwstr>Table of contents</vt:lpwstr>
  </property>
</Properties>
</file>